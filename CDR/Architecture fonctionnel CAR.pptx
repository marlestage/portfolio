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gICgx2JHztdlsTnTQpWFH1W+B/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256000" y="283400"/>
            <a:ext cx="2168400" cy="227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3487800" y="283400"/>
            <a:ext cx="2168400" cy="227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6411325" y="283400"/>
            <a:ext cx="2168400" cy="227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3814475" y="741950"/>
            <a:ext cx="14559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526725" y="1257830"/>
            <a:ext cx="1584300" cy="378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4023738" y="850702"/>
            <a:ext cx="109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" sz="800">
                <a:solidFill>
                  <a:srgbClr val="333333"/>
                </a:solidFill>
              </a:rPr>
              <a:t>RTL-SDR Blog V3</a:t>
            </a:r>
            <a:endParaRPr b="0" i="0" sz="8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26725" y="1231573"/>
            <a:ext cx="158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" sz="800"/>
              <a:t>Antenne HB9CV </a:t>
            </a:r>
            <a:endParaRPr sz="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" sz="800"/>
              <a:t>Calibré pour 144 MHz</a:t>
            </a:r>
            <a:endParaRPr sz="800"/>
          </a:p>
        </p:txBody>
      </p:sp>
      <p:sp>
        <p:nvSpPr>
          <p:cNvPr id="61" name="Google Shape;61;p1"/>
          <p:cNvSpPr/>
          <p:nvPr/>
        </p:nvSpPr>
        <p:spPr>
          <a:xfrm>
            <a:off x="5707963" y="1354100"/>
            <a:ext cx="651600" cy="13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1"/>
          <p:cNvGrpSpPr/>
          <p:nvPr/>
        </p:nvGrpSpPr>
        <p:grpSpPr>
          <a:xfrm>
            <a:off x="6727575" y="1217175"/>
            <a:ext cx="1455900" cy="459900"/>
            <a:chOff x="6768500" y="568750"/>
            <a:chExt cx="1455900" cy="459900"/>
          </a:xfrm>
        </p:grpSpPr>
        <p:sp>
          <p:nvSpPr>
            <p:cNvPr id="63" name="Google Shape;63;p1"/>
            <p:cNvSpPr/>
            <p:nvPr/>
          </p:nvSpPr>
          <p:spPr>
            <a:xfrm>
              <a:off x="6768500" y="568750"/>
              <a:ext cx="1455900" cy="459900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 txBox="1"/>
            <p:nvPr/>
          </p:nvSpPr>
          <p:spPr>
            <a:xfrm>
              <a:off x="6840575" y="618820"/>
              <a:ext cx="1302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fr" sz="800">
                  <a:solidFill>
                    <a:srgbClr val="333333"/>
                  </a:solidFill>
                </a:rPr>
                <a:t>Tablette</a:t>
              </a:r>
              <a:endParaRPr b="0" i="0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p1"/>
          <p:cNvSpPr txBox="1"/>
          <p:nvPr/>
        </p:nvSpPr>
        <p:spPr>
          <a:xfrm>
            <a:off x="823150" y="221075"/>
            <a:ext cx="118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3949175" y="221075"/>
            <a:ext cx="118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6920875" y="221075"/>
            <a:ext cx="118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09227" y="2856100"/>
            <a:ext cx="264000" cy="13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409227" y="3077425"/>
            <a:ext cx="264000" cy="13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631125" y="2774050"/>
            <a:ext cx="11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Signaux numériques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631125" y="3002650"/>
            <a:ext cx="118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Signaux analogiques via connecteur SMA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2472644" y="1354100"/>
            <a:ext cx="966900" cy="13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3814475" y="1595900"/>
            <a:ext cx="14559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3920700" y="1704658"/>
            <a:ext cx="130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" sz="800">
                <a:solidFill>
                  <a:srgbClr val="333333"/>
                </a:solidFill>
              </a:rPr>
              <a:t>Tablette</a:t>
            </a:r>
            <a:endParaRPr b="0" i="0" sz="8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277275" y="2681825"/>
            <a:ext cx="1799100" cy="751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