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Comfortaa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Comfortaa-regular.fntdata"/><Relationship Id="rId8" Type="http://schemas.openxmlformats.org/officeDocument/2006/relationships/font" Target="fonts/Comforta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 rot="10800000">
            <a:off x="2412000" y="477313"/>
            <a:ext cx="4320000" cy="43200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2593225" y="755538"/>
            <a:ext cx="39576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0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KART     FUEL</a:t>
            </a:r>
            <a:endParaRPr b="1" sz="40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6225" y="3928163"/>
            <a:ext cx="2351550" cy="3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Patate.PNG"/>
          <p:cNvPicPr preferRelativeResize="0"/>
          <p:nvPr/>
        </p:nvPicPr>
        <p:blipFill rotWithShape="1">
          <a:blip r:embed="rId4">
            <a:alphaModFix/>
          </a:blip>
          <a:srcRect b="37434" l="28074" r="31243" t="32056"/>
          <a:stretch/>
        </p:blipFill>
        <p:spPr>
          <a:xfrm>
            <a:off x="3261913" y="847388"/>
            <a:ext cx="2620175" cy="281424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3653563" y="346188"/>
            <a:ext cx="1836900" cy="16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2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O</a:t>
            </a:r>
            <a:endParaRPr b="1" sz="92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162225" y="847388"/>
            <a:ext cx="819600" cy="5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000">
                <a:solidFill>
                  <a:schemeClr val="dk2"/>
                </a:solidFill>
              </a:rPr>
              <a:t>21</a:t>
            </a:r>
            <a:endParaRPr b="1" sz="4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